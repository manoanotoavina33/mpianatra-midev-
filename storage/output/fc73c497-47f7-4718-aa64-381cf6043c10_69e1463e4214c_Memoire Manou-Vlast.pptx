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923C"/>
                </a:solidFill>
              </a:rPr>
              <a:t>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Manoa NOTOAVINA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AVANT-PROPOS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La réalisation de ce mémoire s’inscrit dans le cadre de la formation pour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l’obtention du Diplôme de Technicien Supérieur (DTS). Il représente l’aboutissement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d’un parcours de formation alliant théorie et pratique, et constitue une étape décisive dans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l’acquisition de compétences professionnelles dans le domaine du développement 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informatique. La réalisation du stage pratique constitue ainsi une opportunité unique pour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les étudiants de mettre en application les connaissances acquises au cours de leur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Nous avons une opportunité de réaliser notre stage pratique au sein de 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