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Généré par Mpianatra-midev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ASIO4ALL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Universal ASIO Driver For WDM Audio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Instruction Manual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 reviewed: 08/15/08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of Contents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Introduction........................................................................................................................................................1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Getting Started...................................................................................................................................................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Setting up your audio software......................................................................................................................2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Configuration.......................................................................................................................................3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Configuration....................................................................................................................................5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Usage Cases Optimizations................................................................................................................8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“ReWuschel”...........................................................................................................................................9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Troubleshooting...............................................................................................................................................10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ASIO4ALL v2! This manual enables you to make the most of your ASIO4ALL installation,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especially as it comes to the advanced features newly introduced in this Version of ASIO4ALL.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order to achieve the best possible results with ASIO4ALL, it is recommended that your computer 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configured accordingly: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the power scheme to “Always On” (XP) or “High Performance” (Vista) in order to turn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