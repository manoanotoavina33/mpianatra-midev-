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Bonjour ! 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4A3B8"/>
                </a:solidFill>
              </a:rPr>
              <a:t>Mpianatra-midev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914400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B923C"/>
                </a:solidFill>
              </a:rPr>
              <a:t>Mémoire DTS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Généré par Mpianatra-midev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B923C"/>
                </a:solidFill>
              </a:rPr>
              <a:t>📋 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1. 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2.  Objectifs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9424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3.  AVANT-PROPOS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79776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4.  Méthodologie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101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5.  Résultats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6. 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70832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7. 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B923C"/>
                </a:solidFill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80467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Le mémoire présente le contexte de la formation et le but du stage pratique, qui a été réalisé au sein de l'entreprise TIA INFO.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▶  Stage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27248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▶  TIA INFO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▶  Compétences en informatique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38BDF8"/>
                </a:solidFill>
              </a:rPr>
              <a:t>Objectifs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80467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Les objectifs du mémoire sont de présenter les résultats du travail accompli par les étudiants pendant leur stage pratique.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▶  Acquérir des compétences professionnelles en informatique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27248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▶  Développer des compétences pratiques à travers un stage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▶  Réalisé un projet informatique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A78BFA"/>
                </a:solidFill>
              </a:rPr>
              <a:t>AVANT-PROPOS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80467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Le mémoire présente le contexte de la formation et le but du stage pratique, qui a été réalisé au sein de l'entreprise TIA INFO.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▶  Stage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27248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▶  TIA INFO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▶  Compétences en informatique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BBF24"/>
                </a:solidFill>
              </a:rPr>
              <a:t>Méthodologie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804672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Les étudiants ont réalisé un stage pratique au sein de l'entreprise TIA INFO, où ils ont travaillé sur divers projets et développé leurs compétences dans le domaine de l'informatique.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▶  Utilisation de XAMPP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27248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▶  Utilisation de 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77056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▶  Utilisation de MySQL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26864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▶  Utilisation de HTML, CSS et JavaScript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2C55E"/>
                </a:solidFill>
              </a:rPr>
              <a:t>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</a:rPr>
              <a:t>Les étudiants ont développé des compétences professionnelles en informatique, notamment dans les domaines de la programmation, de la conception de bases de données et de la création de sites web.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✅  Compétences en programmation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27248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✅  Compétences en conception de bases de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77056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✅  Compétences en création de sites web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Les résultats du stage pratique démontrent la capacité des étudiants à appliquer les concepts et les outils appris pendant leur formation pour réaliser des projets informatiques.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BBF24"/>
                </a:solidFill>
              </a:rPr>
              <a:t>▶  Application des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17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BBF24"/>
                </a:solidFill>
              </a:rPr>
              <a:t>▶  Utilisation des outils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BBF24"/>
                </a:solidFill>
              </a:rPr>
              <a:t>▶  Résolution de problèmes techniques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36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Le stage pratique a été une expérience enrichissante pour les étudiants, leur permettant de mettre en pratique les connaissances théoriques acquises pendant les cours et de développer des compétences professionnelles en informatique.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BBF24"/>
                </a:solidFill>
              </a:rPr>
              <a:t>▶  Expérience enrichissante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17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BBF24"/>
                </a:solidFill>
              </a:rPr>
              <a:t>▶  Développement de compétences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BBF24"/>
                </a:solidFill>
              </a:rPr>
              <a:t>▶  Application des connaissances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B923C"/>
                </a:solidFill>
              </a:rPr>
              <a:t>Merci pour votre attention !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Des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Généré par Mpianatra-midev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B923C"/>
                </a:solidFill>
              </a:rPr>
              <a:t>Merci pour votre attention !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</a:rPr>
              <a:t>Des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Généré par Mpianatra-midev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