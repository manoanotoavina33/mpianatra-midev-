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923C"/>
                </a:solidFill>
              </a:rPr>
              <a:t>Mémoire de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Le document présente un mémoire de stage réalisé dans le cadre de la formation pour l'obtention du Diplôme de Technicien Supérieur (DTS) en informatique.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Plan du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 document est organisé en plusieurs sections qui présentent les différentes étapes du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Avant-propos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 stage a été une opportunité unique pour mettre en application les connaissances acquises au cours de la 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Remerciements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L'auteur exprime sa gratitude envers les personnes qui l'ont soutenu et encadré tout au long de sa 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La démarche suivie pendant le stage a consisté à travailler sur divers projets et à développer les compétences dans le domaine de l'informatique.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Résultats et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 stage a été une expérience enrichissante qui a permis de mettre en pratique les connaissances théoriques acquises pendant les cours.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Conclusion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Le stage a été une expérience réussie qui a permis de développer les compétences et les connaissances dans le domaine de l'informatique.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