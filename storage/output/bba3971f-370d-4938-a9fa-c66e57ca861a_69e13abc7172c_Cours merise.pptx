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B923C"/>
                </a:solidFill>
              </a:rPr>
              <a:t>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FFFFFF"/>
                </a:solidFill>
              </a:rPr>
              <a:t>Généré par Mpianatra-midev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Analyse et conception des systèmes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d’information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Cours Merise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Filière: Informatique et Gestion d’entreprise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Faculté Polydisciplinaire de Ouarzazate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Semestre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(2009/2010)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M. NEMICHE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B923C"/>
                </a:solidFill>
              </a:rPr>
              <a:t>Point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