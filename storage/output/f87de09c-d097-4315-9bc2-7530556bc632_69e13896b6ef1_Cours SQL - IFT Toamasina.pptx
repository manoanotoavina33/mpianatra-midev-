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B923C"/>
                </a:solidFill>
              </a:rPr>
              <a:t>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Généré par Mpianatra-midev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MySQL &amp;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IFT Toamasina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Niveau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Introduction (01)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1. Quelques définitions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o Base de donnée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Une base de données informatique est un ensemble de données qui ont été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stockées sur un support informatique, et organisées et structurées 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manière à pouvoir facilement consulter et modifier leur contenu.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